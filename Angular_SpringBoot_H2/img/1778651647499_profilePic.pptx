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60" d="100"/>
          <a:sy n="60" d="100"/>
        </p:scale>
        <p:origin x="908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oj Kumar" userId="8ffa4e7b-091b-41d0-80d1-846b18e357f3" providerId="ADAL" clId="{9B8104FD-1648-49E7-B280-9042CDFE9198}"/>
    <pc:docChg chg="custSel delSld modSld">
      <pc:chgData name="Manoj Kumar" userId="8ffa4e7b-091b-41d0-80d1-846b18e357f3" providerId="ADAL" clId="{9B8104FD-1648-49E7-B280-9042CDFE9198}" dt="2026-03-30T06:35:30.873" v="35" actId="1076"/>
      <pc:docMkLst>
        <pc:docMk/>
      </pc:docMkLst>
      <pc:sldChg chg="addSp delSp modSp mod">
        <pc:chgData name="Manoj Kumar" userId="8ffa4e7b-091b-41d0-80d1-846b18e357f3" providerId="ADAL" clId="{9B8104FD-1648-49E7-B280-9042CDFE9198}" dt="2026-03-30T06:35:30.873" v="35" actId="1076"/>
        <pc:sldMkLst>
          <pc:docMk/>
          <pc:sldMk cId="3593593805" sldId="257"/>
        </pc:sldMkLst>
        <pc:picChg chg="del mod">
          <ac:chgData name="Manoj Kumar" userId="8ffa4e7b-091b-41d0-80d1-846b18e357f3" providerId="ADAL" clId="{9B8104FD-1648-49E7-B280-9042CDFE9198}" dt="2026-03-30T06:27:42.633" v="19" actId="478"/>
          <ac:picMkLst>
            <pc:docMk/>
            <pc:sldMk cId="3593593805" sldId="257"/>
            <ac:picMk id="3" creationId="{0ABBD083-6902-8D0D-F3E9-31C9B700C389}"/>
          </ac:picMkLst>
        </pc:picChg>
        <pc:picChg chg="add mod">
          <ac:chgData name="Manoj Kumar" userId="8ffa4e7b-091b-41d0-80d1-846b18e357f3" providerId="ADAL" clId="{9B8104FD-1648-49E7-B280-9042CDFE9198}" dt="2026-03-30T06:30:36.299" v="32" actId="14100"/>
          <ac:picMkLst>
            <pc:docMk/>
            <pc:sldMk cId="3593593805" sldId="257"/>
            <ac:picMk id="4" creationId="{64CB47D8-53ED-269F-73AE-B12178D540FD}"/>
          </ac:picMkLst>
        </pc:picChg>
        <pc:picChg chg="mod">
          <ac:chgData name="Manoj Kumar" userId="8ffa4e7b-091b-41d0-80d1-846b18e357f3" providerId="ADAL" clId="{9B8104FD-1648-49E7-B280-9042CDFE9198}" dt="2026-03-30T06:29:35.690" v="23" actId="1076"/>
          <ac:picMkLst>
            <pc:docMk/>
            <pc:sldMk cId="3593593805" sldId="257"/>
            <ac:picMk id="5" creationId="{208B272F-51B3-2BBD-CEDE-E5E772092FE0}"/>
          </ac:picMkLst>
        </pc:picChg>
        <pc:picChg chg="add mod">
          <ac:chgData name="Manoj Kumar" userId="8ffa4e7b-091b-41d0-80d1-846b18e357f3" providerId="ADAL" clId="{9B8104FD-1648-49E7-B280-9042CDFE9198}" dt="2026-03-30T06:35:30.873" v="35" actId="1076"/>
          <ac:picMkLst>
            <pc:docMk/>
            <pc:sldMk cId="3593593805" sldId="257"/>
            <ac:picMk id="7" creationId="{5E86D44A-A2BE-AA70-66A2-B2E0613D019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06344-931D-9272-9E1E-691A70F8C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E67FC1-FF48-B027-2511-C317670789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5B76A-2834-23D8-3EAE-7A290254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4AE7-C541-4428-BC4E-DFF4ECC0352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7A46E-C6EB-9FF3-33AB-A1A31DD66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EF9A8-22B5-1A75-3787-C02147BC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65F8C-289F-42BA-BA7A-0C1C8CDB2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46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62778-EEC2-CD04-3CE9-F19B0F449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68439-C9F2-6166-9C7B-52EC63179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78A94-AB63-A363-6ED1-9022FBBD1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4AE7-C541-4428-BC4E-DFF4ECC0352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86DB2-6F50-7B30-7610-D4967BA2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DD0FF-2F72-17AC-DC49-F47BA9E30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65F8C-289F-42BA-BA7A-0C1C8CDB2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901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7EE33-CA04-5C63-D8E8-300AB1380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83E27-7D42-F3F3-1E25-EED5C0E3A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CC4B3-EEAF-748E-A564-6B38A9572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4AE7-C541-4428-BC4E-DFF4ECC0352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56F29-FC5D-C425-EFE6-C277FF626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846AC-D60B-0513-6664-780894612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65F8C-289F-42BA-BA7A-0C1C8CDB2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71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B19AE-ADE3-BBB6-69B5-53164D7BA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8C108-A241-CF95-C08E-BC0DBA582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DC234-D531-D8D8-7DE4-89E651A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FA0B-14AD-F5F5-DC09-C05BF988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4AE7-C541-4428-BC4E-DFF4ECC0352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B049E5-6AD7-806D-3528-71306E96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2264D4-7B56-8932-FFD0-F8855076E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65F8C-289F-42BA-BA7A-0C1C8CDB2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40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A716C-5648-4E6F-E00C-E292D3F4E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0B30A-0984-A010-3C70-745128922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B3BB1B-3D21-4230-810A-98F5839EE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ED6A23-9EE6-B6C1-D5C9-6C32A2B0A8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EEE924-1C63-016D-C32E-4DCF939C89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BE4752-37F3-1261-A3DF-F5CB94AD1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4AE7-C541-4428-BC4E-DFF4ECC0352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33934E-F31B-5E3A-D743-0086C1C83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EB650D-9070-827A-CAC6-72AE6F552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65F8C-289F-42BA-BA7A-0C1C8CDB2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819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78357-92D4-A6EE-CE73-7113A38EA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2CFBBE-52C1-F594-AE88-434F12526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4AE7-C541-4428-BC4E-DFF4ECC0352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A270A-F771-51A1-658F-4CF58F6B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E37060-9115-7B2D-117B-6509AC9C9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65F8C-289F-42BA-BA7A-0C1C8CDB2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4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D4B76B-EB35-5874-ED7D-497AF3358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4AE7-C541-4428-BC4E-DFF4ECC0352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C95557-5D41-4E8A-3418-C692AB224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003BD-9C3D-1482-A895-07237DFB7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65F8C-289F-42BA-BA7A-0C1C8CDB2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06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0B73F-4994-628E-8F40-31F09F91D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6C466-94DE-7E76-501A-A116CE10E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456190-3252-9A0F-07F9-DDE45BEC81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32ADC-EDE9-904D-2E4C-2CF12F4F1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4AE7-C541-4428-BC4E-DFF4ECC0352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B60AE-722E-91DE-AEF7-94A3470C4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3BAC80-A95E-F0D6-3513-83F5E8E0A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65F8C-289F-42BA-BA7A-0C1C8CDB2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27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14A79-1D56-5FF1-D978-F8B0BAF3D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8FCCD2-6BD4-E1F5-21C6-4D06B4A738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FA9B7F-256E-5095-1F4C-F59BBC001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301FC-DFA2-D3DA-C585-DC29DDFE8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4AE7-C541-4428-BC4E-DFF4ECC0352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647B2-BE82-700B-A000-2E4C89C71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25EC3-8BE8-D1D4-E06F-142BD2916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65F8C-289F-42BA-BA7A-0C1C8CDB2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072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E826-9B7D-2374-1899-6A188431C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46F029-D6FE-9077-CE7C-ED070B911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184DF-484E-D976-CAAB-75C490C71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4AE7-C541-4428-BC4E-DFF4ECC0352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21089-87AF-C2EC-FA13-F5D71C71B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9D0BB-206A-213D-AF7A-3F4399E71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65F8C-289F-42BA-BA7A-0C1C8CDB2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25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168CAA-5153-6988-ACDB-D8638E3876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EE9C2-F74E-AA09-731F-2129A2029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57043-160F-47C9-CD42-87E36262D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4AE7-C541-4428-BC4E-DFF4ECC0352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F2DD4-44E3-3492-2969-92925BC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8F67F-D074-657A-F6B3-F95BE7F22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65F8C-289F-42BA-BA7A-0C1C8CDB2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584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4B28DF-AFB6-D1C0-8F24-04E34DCF7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44B14-6780-2769-EADC-D679722EA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E8341-47F2-4222-A05B-561F12AC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1C4AE7-C541-4428-BC4E-DFF4ECC0352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E16B1-8251-DE68-5291-F3310D1D12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8EB36-9B6A-2F75-2179-08C0F38C02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A65F8C-289F-42BA-BA7A-0C1C8CDB2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06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8B272F-51B3-2BBD-CEDE-E5E772092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3500" y="2153619"/>
            <a:ext cx="2956143" cy="22054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CB47D8-53ED-269F-73AE-B12178D54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492" y="526093"/>
            <a:ext cx="8241323" cy="62621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86D44A-A2BE-AA70-66A2-B2E0613D0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500" y="2265495"/>
            <a:ext cx="2841620" cy="220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593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Kumar</dc:creator>
  <cp:lastModifiedBy>Manoj Kumar</cp:lastModifiedBy>
  <cp:revision>2</cp:revision>
  <dcterms:created xsi:type="dcterms:W3CDTF">2026-03-26T07:15:59Z</dcterms:created>
  <dcterms:modified xsi:type="dcterms:W3CDTF">2026-03-30T06:35:37Z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c222b0-be48-475a-a633-57795de0c62e_Enabled">
    <vt:lpwstr>true</vt:lpwstr>
  </property>
  <property fmtid="{D5CDD505-2E9C-101B-9397-08002B2CF9AE}" pid="3" name="MSIP_Label_4bc222b0-be48-475a-a633-57795de0c62e_SetDate">
    <vt:lpwstr>2026-03-26T07:20:45Z</vt:lpwstr>
  </property>
  <property fmtid="{D5CDD505-2E9C-101B-9397-08002B2CF9AE}" pid="4" name="MSIP_Label_4bc222b0-be48-475a-a633-57795de0c62e_Method">
    <vt:lpwstr>Privileged</vt:lpwstr>
  </property>
  <property fmtid="{D5CDD505-2E9C-101B-9397-08002B2CF9AE}" pid="5" name="MSIP_Label_4bc222b0-be48-475a-a633-57795de0c62e_Name">
    <vt:lpwstr>Public</vt:lpwstr>
  </property>
  <property fmtid="{D5CDD505-2E9C-101B-9397-08002B2CF9AE}" pid="6" name="MSIP_Label_4bc222b0-be48-475a-a633-57795de0c62e_SiteId">
    <vt:lpwstr>ff355289-721e-4dd7-a663-afec62ab9d54</vt:lpwstr>
  </property>
  <property fmtid="{D5CDD505-2E9C-101B-9397-08002B2CF9AE}" pid="7" name="MSIP_Label_4bc222b0-be48-475a-a633-57795de0c62e_ActionId">
    <vt:lpwstr>e3487748-8ca6-4e97-a517-36744dd67445</vt:lpwstr>
  </property>
  <property fmtid="{D5CDD505-2E9C-101B-9397-08002B2CF9AE}" pid="8" name="MSIP_Label_4bc222b0-be48-475a-a633-57795de0c62e_ContentBits">
    <vt:lpwstr>0</vt:lpwstr>
  </property>
  <property fmtid="{D5CDD505-2E9C-101B-9397-08002B2CF9AE}" pid="9" name="MSIP_Label_4bc222b0-be48-475a-a633-57795de0c62e_Tag">
    <vt:lpwstr>10, 0, 1, 1</vt:lpwstr>
  </property>
</Properties>
</file>